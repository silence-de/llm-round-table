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313F"/>
          </a:solidFill>
          <a:ln w="12700">
            <a:solidFill>
              <a:srgbClr val="203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Table Decision Dossier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export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deck export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69494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5820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4504" y="16550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04504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4984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96144" y="16550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96144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880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504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04504" y="3291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49840" y="2880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96144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96144" y="3291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Frame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&amp; Constraints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524865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goal captured.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constraints captured.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19786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508760"/>
            <a:ext cx="51114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horizon not set.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non-negotiables recorded.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downside floor recorded.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fixed review 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75818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direction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5248656" cy="1856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75818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 rejected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4069080"/>
            <a:ext cx="5111496" cy="1856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markdown only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Boundaries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34198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drift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05156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197864"/>
            <a:ext cx="3465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07992" y="1508760"/>
            <a:ext cx="346557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 availability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05156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197864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94192" y="1508760"/>
            <a:ext cx="314553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confidence drops, stop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66674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 triggers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3977640"/>
            <a:ext cx="34198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new evidence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520440"/>
            <a:ext cx="736092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3666744"/>
            <a:ext cx="7031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3977640"/>
            <a:ext cx="703173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shareable artifacts help (待验证)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And Calibration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524865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pptx (medium)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19786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508760"/>
            <a:ext cx="51114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outcome summary yet.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 outcome yet.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retrospective note yet.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confidence 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75818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prediction vs reality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52486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parent follow-up context for this session.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75818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posture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4069080"/>
            <a:ext cx="511149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confidence 0%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Round Table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export - Decision Dossier</dc:title>
  <dc:subject>artifact export</dc:subject>
  <dc:creator>Round Table</dc:creator>
  <cp:lastModifiedBy>Round Table</cp:lastModifiedBy>
  <cp:revision>1</cp:revision>
  <dcterms:created xsi:type="dcterms:W3CDTF">2026-03-12T01:51:41Z</dcterms:created>
  <dcterms:modified xsi:type="dcterms:W3CDTF">2026-03-12T01:51:41Z</dcterms:modified>
</cp:coreProperties>
</file>