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0313F"/>
          </a:solidFill>
          <a:ln w="12700">
            <a:solidFill>
              <a:srgbClr val="2031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7F5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Table Decision Dossier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Should I leave a stable offer for a higher-growth startup role?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242316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to the stable offer; reopen only if startup terms improve.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694944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330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stable offer unless the startup removes visa risk and narrows the cash gap.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5820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450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0450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72%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149840" y="1508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96144" y="16550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296144" y="19202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69%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5820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0450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0450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149840" y="28803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9F6EF"/>
          </a:solidFill>
          <a:ln w="12700">
            <a:solidFill>
              <a:srgbClr val="C9BA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296144" y="302666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E7B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296144" y="3291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needs_follow_up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Frame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&amp; Constraints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between a stable incumbent offer and a risky startup offer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to preserve cash runway and avoid visa risk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 Guardrails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months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visa interruption; minimum cash comp floor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most 15% cash downside for one year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at 2026-09-01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direction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offer protects downside while keeping future optionality.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startup package does not compensate enough for execution and visa risk.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decision remains reversible if the startup improves terms in the next two weeks.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423160"/>
          </a:xfrm>
          <a:prstGeom prst="roundRect">
            <a:avLst>
              <a:gd name="adj" fmla="val 3019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Alternatives rejected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856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accept the startup offer on the current verbal package because the downside is underpriced.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delay both offers indefinitely because optionality decays once deadlines pass.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Boundaries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role may slow title acceleration.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Founder upside may be missed if the startup inflects quickly.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recommendation may be too conservative if manager quality is exceptional.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43400" y="1051560"/>
            <a:ext cx="379476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07992" y="1197864"/>
            <a:ext cx="34655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questions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07992" y="1508760"/>
            <a:ext cx="346557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strong is the direct manager and mentorship loop?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the startup formalize visa support in writing?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any room to improve guaranteed cash compensation?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0" y="105156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94192" y="1197864"/>
            <a:ext cx="31455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lines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394192" y="1508760"/>
            <a:ext cx="31455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proceed if visa handling remains ambiguous in writing.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proceed if guaranteed cash drops below the personal floor.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66674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triggers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" y="3977640"/>
            <a:ext cx="34198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Reopen immediately if the startup sends improved written terms.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Revisit on 2026-09-01 even if the stable offer is accepted to check trajectory and regret.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520440"/>
            <a:ext cx="736092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07992" y="3666744"/>
            <a:ext cx="70317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map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3977640"/>
            <a:ext cx="703173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stable offer has lower downside exposure. (R1, R2)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Manager quality at the startup could change the recommendation. (Needs live diligence call and backchannel references)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Visa risk is still unresolved. (R3)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6766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And Calibration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57784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67512" y="119786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actions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67512" y="1508760"/>
            <a:ext cx="524865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diligence call (high / self)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written visa language (high / self)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440680" cy="2240280"/>
          </a:xfrm>
          <a:prstGeom prst="roundRect">
            <a:avLst>
              <a:gd name="adj" fmla="val 3265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8232" y="119786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28232" y="1508760"/>
            <a:ext cx="5111496" cy="1673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pending final founder call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actual outcome yet.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better read on manager quality before signing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confidence 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611880"/>
            <a:ext cx="557784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3758184"/>
            <a:ext cx="52486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 prediction vs reality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4069080"/>
            <a:ext cx="524865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recommendation: Join the earlier startup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Predicted 81% vs outcome 46%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Career growth was real but manager quality was weaker than expected.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Overweighted title upside and underweighted day-to-day manager quality.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3611880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FFFDFC"/>
          </a:solidFill>
          <a:ln w="12700">
            <a:solidFill>
              <a:srgbClr val="D7CC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3758184"/>
            <a:ext cx="5111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posture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28232" y="4069080"/>
            <a:ext cx="5111496" cy="1581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confidence 69%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primary source on visa policy from the startup counsel.</a:t>
            </a:r>
            <a:endParaRPr lang="en-US" sz="11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430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better signal on team quality beyond public sources.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Round Table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Should I leave a stable offer for a higher-growth startup role? - Decision Dossier</dc:title>
  <dc:subject>Should I leave a stable offer for a higher-growth startup role?</dc:subject>
  <dc:creator>Round Table</dc:creator>
  <cp:lastModifiedBy>Round Table</cp:lastModifiedBy>
  <cp:revision>1</cp:revision>
  <dcterms:created xsi:type="dcterms:W3CDTF">2026-03-12T01:53:43Z</dcterms:created>
  <dcterms:modified xsi:type="dcterms:W3CDTF">2026-03-12T01:53:43Z</dcterms:modified>
</cp:coreProperties>
</file>